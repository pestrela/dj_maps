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90" y="-7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70875-E729-438F-AD64-DA10B3256A5A}" type="datetimeFigureOut">
              <a:rPr lang="pt-PT" smtClean="0"/>
              <a:t>26/02/2020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C85B3-BB92-4040-8F52-E774985663BC}" type="slidenum">
              <a:rPr lang="pt-PT" smtClean="0"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Pedro\Desktop\Z_DRIVE_Pedro\2 Music - Controllers\0_MAPS_Traktor\DJ Sets Preparation\Loops - Backwards and Reloop\IBM PC Keyboard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49" r="76276"/>
          <a:stretch/>
        </p:blipFill>
        <p:spPr bwMode="auto">
          <a:xfrm>
            <a:off x="222498" y="222022"/>
            <a:ext cx="6359792" cy="594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17802" y="332656"/>
            <a:ext cx="846288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MixerFX1</a:t>
            </a:r>
            <a:endParaRPr lang="en-US" sz="20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83568" y="5013176"/>
            <a:ext cx="1224136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Use CTRL!</a:t>
            </a:r>
            <a:endParaRPr lang="en-US" sz="20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861616" y="332656"/>
            <a:ext cx="846288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MixerFX2</a:t>
            </a:r>
            <a:endParaRPr lang="en-US" sz="20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995936" y="367368"/>
            <a:ext cx="846288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MixerFX3</a:t>
            </a:r>
            <a:endParaRPr lang="en-US" sz="2000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5148064" y="359748"/>
            <a:ext cx="846288" cy="70788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MixerFX4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541144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Pedro Estrela</cp:lastModifiedBy>
  <cp:revision>4</cp:revision>
  <dcterms:modified xsi:type="dcterms:W3CDTF">2020-02-26T15:31:06Z</dcterms:modified>
</cp:coreProperties>
</file>