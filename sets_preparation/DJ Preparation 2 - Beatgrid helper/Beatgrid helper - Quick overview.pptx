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9579" autoAdjust="0"/>
    <p:restoredTop sz="94316" autoAdjust="0"/>
  </p:normalViewPr>
  <p:slideViewPr>
    <p:cSldViewPr>
      <p:cViewPr>
        <p:scale>
          <a:sx n="66" d="100"/>
          <a:sy n="66" d="100"/>
        </p:scale>
        <p:origin x="-876" y="-11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/>
          <p:cNvSpPr txBox="1"/>
          <p:nvPr/>
        </p:nvSpPr>
        <p:spPr>
          <a:xfrm>
            <a:off x="2334219" y="10382958"/>
            <a:ext cx="1008118" cy="83099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Jump</a:t>
            </a:r>
          </a:p>
          <a:p>
            <a:pPr algn="ctr"/>
            <a:r>
              <a:rPr lang="en-US" sz="2400" dirty="0" smtClean="0"/>
              <a:t>A+B &lt;-</a:t>
            </a:r>
            <a:endParaRPr lang="en-US" sz="2400" dirty="0"/>
          </a:p>
        </p:txBody>
      </p:sp>
      <p:sp>
        <p:nvSpPr>
          <p:cNvPr id="29" name="TextBox 28"/>
          <p:cNvSpPr txBox="1"/>
          <p:nvPr/>
        </p:nvSpPr>
        <p:spPr>
          <a:xfrm>
            <a:off x="3732630" y="10382957"/>
            <a:ext cx="1087847" cy="83099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Jump</a:t>
            </a:r>
          </a:p>
          <a:p>
            <a:pPr algn="ctr"/>
            <a:r>
              <a:rPr lang="en-US" sz="2400" dirty="0" smtClean="0"/>
              <a:t>A+B -&gt;</a:t>
            </a:r>
            <a:endParaRPr lang="en-US" sz="2400" dirty="0"/>
          </a:p>
        </p:txBody>
      </p:sp>
      <p:grpSp>
        <p:nvGrpSpPr>
          <p:cNvPr id="3" name="Group 2"/>
          <p:cNvGrpSpPr/>
          <p:nvPr/>
        </p:nvGrpSpPr>
        <p:grpSpPr>
          <a:xfrm>
            <a:off x="669723" y="893517"/>
            <a:ext cx="12032342" cy="7377815"/>
            <a:chOff x="-1234203" y="-240442"/>
            <a:chExt cx="12032342" cy="7377815"/>
          </a:xfrm>
        </p:grpSpPr>
        <p:pic>
          <p:nvPicPr>
            <p:cNvPr id="1026" name="Picture 2" descr="C:\Users\Pedro\Desktop\Z_DRIVE_Pedro\2 Music - Controllers\0_TSI_Traktor\z_other mappings made by pedro\1 DJ Sets Preparation\keyboard template 1.png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" t="11691" r="43498" b="402"/>
            <a:stretch/>
          </p:blipFill>
          <p:spPr bwMode="auto">
            <a:xfrm>
              <a:off x="-1234203" y="-240442"/>
              <a:ext cx="12032342" cy="73778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/>
            <p:cNvSpPr txBox="1"/>
            <p:nvPr/>
          </p:nvSpPr>
          <p:spPr>
            <a:xfrm>
              <a:off x="339993" y="65287"/>
              <a:ext cx="1034015" cy="830997"/>
            </a:xfrm>
            <a:prstGeom prst="rect">
              <a:avLst/>
            </a:prstGeom>
            <a:gradFill>
              <a:gsLst>
                <a:gs pos="0">
                  <a:schemeClr val="accent2">
                    <a:tint val="50000"/>
                    <a:satMod val="300000"/>
                    <a:alpha val="39000"/>
                  </a:schemeClr>
                </a:gs>
                <a:gs pos="35000">
                  <a:schemeClr val="accent2">
                    <a:tint val="37000"/>
                    <a:satMod val="300000"/>
                  </a:schemeClr>
                </a:gs>
                <a:gs pos="100000">
                  <a:schemeClr val="accent2">
                    <a:tint val="15000"/>
                    <a:satMod val="350000"/>
                  </a:schemeClr>
                </a:gs>
              </a:gsLst>
            </a:gradFill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400" dirty="0" smtClean="0"/>
                <a:t>Set1</a:t>
              </a:r>
            </a:p>
            <a:p>
              <a:pPr algn="ctr"/>
              <a:r>
                <a:rPr lang="en-US" sz="2400" i="1" dirty="0" smtClean="0"/>
                <a:t>(Del1)</a:t>
              </a:r>
              <a:endParaRPr lang="en-US" sz="2400" i="1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202543" y="4417099"/>
              <a:ext cx="1132537" cy="83099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400" dirty="0" smtClean="0"/>
                <a:t>Grid &lt;-</a:t>
              </a:r>
            </a:p>
            <a:p>
              <a:pPr algn="ctr"/>
              <a:r>
                <a:rPr lang="en-US" sz="2400" i="1" dirty="0" smtClean="0"/>
                <a:t>(&lt;&lt;-)</a:t>
              </a:r>
              <a:endParaRPr lang="en-US" sz="2400" i="1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725372" y="4427236"/>
              <a:ext cx="1087847" cy="83099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400" dirty="0" smtClean="0"/>
                <a:t>Grid -&gt;</a:t>
              </a:r>
            </a:p>
            <a:p>
              <a:pPr algn="ctr"/>
              <a:r>
                <a:rPr lang="en-US" sz="2400" i="1" dirty="0" smtClean="0"/>
                <a:t>(-&gt;&gt;)</a:t>
              </a:r>
              <a:endParaRPr lang="en-US" sz="2400" i="1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209378" y="1513086"/>
              <a:ext cx="870778" cy="83099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400" dirty="0" smtClean="0"/>
                <a:t>Cue</a:t>
              </a:r>
            </a:p>
            <a:p>
              <a:pPr algn="ctr"/>
              <a:endParaRPr lang="en-US" sz="2400" dirty="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960242" y="65287"/>
              <a:ext cx="1095799" cy="830997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400" dirty="0" smtClean="0"/>
                <a:t>Set2</a:t>
              </a:r>
              <a:br>
                <a:rPr lang="en-US" sz="2400" dirty="0" smtClean="0"/>
              </a:br>
              <a:r>
                <a:rPr lang="en-US" sz="2400" i="1" dirty="0" smtClean="0"/>
                <a:t>(Del2)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398517" y="65287"/>
              <a:ext cx="1013825" cy="830997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400" dirty="0" smtClean="0"/>
                <a:t>Set3</a:t>
              </a:r>
            </a:p>
            <a:p>
              <a:pPr algn="ctr"/>
              <a:r>
                <a:rPr lang="en-US" sz="2400" i="1" dirty="0" smtClean="0"/>
                <a:t>(Del3)</a:t>
              </a:r>
              <a:endParaRPr lang="en-US" sz="2400" i="1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945743" y="65287"/>
              <a:ext cx="942342" cy="830997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400" dirty="0" smtClean="0"/>
                <a:t>Set4</a:t>
              </a:r>
            </a:p>
            <a:p>
              <a:pPr algn="ctr"/>
              <a:r>
                <a:rPr lang="en-US" sz="2400" i="1" dirty="0" smtClean="0"/>
                <a:t>(Del4)</a:t>
              </a:r>
              <a:endParaRPr lang="en-US" sz="2400" i="1" dirty="0"/>
            </a:p>
          </p:txBody>
        </p:sp>
        <p:grpSp>
          <p:nvGrpSpPr>
            <p:cNvPr id="7" name="Group 6"/>
            <p:cNvGrpSpPr/>
            <p:nvPr/>
          </p:nvGrpSpPr>
          <p:grpSpPr>
            <a:xfrm>
              <a:off x="4011505" y="1526281"/>
              <a:ext cx="4134638" cy="855567"/>
              <a:chOff x="4981426" y="4885211"/>
              <a:chExt cx="4134638" cy="855567"/>
            </a:xfrm>
          </p:grpSpPr>
          <p:sp>
            <p:nvSpPr>
              <p:cNvPr id="35" name="TextBox 34"/>
              <p:cNvSpPr txBox="1"/>
              <p:nvPr/>
            </p:nvSpPr>
            <p:spPr>
              <a:xfrm>
                <a:off x="4981426" y="4907514"/>
                <a:ext cx="1226725" cy="830997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 smtClean="0"/>
                  <a:t>Zo ++</a:t>
                </a:r>
                <a:endParaRPr lang="en-US" sz="2400" dirty="0"/>
              </a:p>
              <a:p>
                <a:pPr algn="ctr"/>
                <a:r>
                  <a:rPr lang="en-US" sz="2400" dirty="0" smtClean="0"/>
                  <a:t>(&lt;&lt;-)</a:t>
                </a: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6629400" y="4885211"/>
                <a:ext cx="946207" cy="830997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 smtClean="0"/>
                  <a:t>Zo -- </a:t>
                </a:r>
              </a:p>
              <a:p>
                <a:pPr algn="ctr"/>
                <a:r>
                  <a:rPr lang="en-US" sz="2400" dirty="0" smtClean="0"/>
                  <a:t>(|)</a:t>
                </a:r>
                <a:endParaRPr lang="en-US" sz="2400" dirty="0"/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8049264" y="4909781"/>
                <a:ext cx="1066800" cy="830997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 smtClean="0"/>
                  <a:t>Zoom ||s</a:t>
                </a:r>
              </a:p>
            </p:txBody>
          </p:sp>
        </p:grpSp>
        <p:sp>
          <p:nvSpPr>
            <p:cNvPr id="40" name="TextBox 39"/>
            <p:cNvSpPr txBox="1"/>
            <p:nvPr/>
          </p:nvSpPr>
          <p:spPr>
            <a:xfrm>
              <a:off x="2635128" y="1538486"/>
              <a:ext cx="946207" cy="83099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400" dirty="0" smtClean="0"/>
                <a:t>Lock</a:t>
              </a:r>
            </a:p>
            <a:p>
              <a:pPr algn="ctr"/>
              <a:endParaRPr lang="en-US" sz="2400" dirty="0" smtClean="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524853" y="2980353"/>
              <a:ext cx="990691" cy="83099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400" dirty="0" smtClean="0"/>
                <a:t>Tick</a:t>
              </a:r>
            </a:p>
            <a:p>
              <a:pPr algn="ctr"/>
              <a:r>
                <a:rPr lang="en-US" sz="2400" i="1" dirty="0" smtClean="0"/>
                <a:t>(Auto)</a:t>
              </a:r>
              <a:endParaRPr lang="en-US" sz="2400" i="1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056042" y="2960884"/>
              <a:ext cx="946207" cy="83099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400" dirty="0" smtClean="0"/>
                <a:t>Seek</a:t>
              </a:r>
            </a:p>
            <a:p>
              <a:pPr algn="ctr"/>
              <a:r>
                <a:rPr lang="en-US" sz="2400" dirty="0" smtClean="0"/>
                <a:t>&lt;&lt;-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595946" y="2960884"/>
              <a:ext cx="870778" cy="83099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400" dirty="0" smtClean="0"/>
                <a:t>Seek</a:t>
              </a:r>
            </a:p>
            <a:p>
              <a:pPr algn="ctr"/>
              <a:r>
                <a:rPr lang="en-US" sz="2400" dirty="0" smtClean="0"/>
                <a:t>&lt;-</a:t>
              </a:r>
              <a:endParaRPr lang="en-US" sz="2400" dirty="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5224090" y="4386619"/>
              <a:ext cx="870778" cy="830997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400" dirty="0" smtClean="0"/>
                <a:t>Set</a:t>
              </a:r>
            </a:p>
            <a:p>
              <a:pPr algn="ctr"/>
              <a:r>
                <a:rPr lang="en-US" sz="2400" i="1" dirty="0" smtClean="0"/>
                <a:t>(Del)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6605687" y="4411777"/>
              <a:ext cx="1159456" cy="830997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400" dirty="0" smtClean="0"/>
                <a:t>BPM &lt;-</a:t>
              </a:r>
            </a:p>
            <a:p>
              <a:pPr algn="ctr"/>
              <a:r>
                <a:rPr lang="en-US" sz="2400" i="1" dirty="0" smtClean="0"/>
                <a:t>(&lt;&lt;-)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8036009" y="4384027"/>
              <a:ext cx="1100733" cy="830997"/>
            </a:xfrm>
            <a:prstGeom prst="rect">
              <a:avLst/>
            </a:prstGeom>
            <a:gradFill>
              <a:gsLst>
                <a:gs pos="0">
                  <a:schemeClr val="accent2">
                    <a:tint val="50000"/>
                    <a:satMod val="300000"/>
                  </a:schemeClr>
                </a:gs>
                <a:gs pos="35000">
                  <a:schemeClr val="accent2">
                    <a:tint val="37000"/>
                    <a:satMod val="300000"/>
                  </a:schemeClr>
                </a:gs>
                <a:gs pos="100000">
                  <a:schemeClr val="accent2">
                    <a:tint val="15000"/>
                    <a:satMod val="350000"/>
                  </a:schemeClr>
                </a:gs>
              </a:gsLst>
            </a:grad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400" dirty="0" smtClean="0"/>
                <a:t>BPM -&gt;</a:t>
              </a:r>
            </a:p>
            <a:p>
              <a:pPr algn="ctr"/>
              <a:r>
                <a:rPr lang="en-US" sz="2400" i="1" dirty="0" smtClean="0"/>
                <a:t>(-&gt;&gt;)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-974421" y="1557069"/>
              <a:ext cx="1435201" cy="83099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400" dirty="0" smtClean="0"/>
                <a:t>Play/ Pause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888085" y="5974388"/>
              <a:ext cx="4217447" cy="830997"/>
            </a:xfrm>
            <a:prstGeom prst="rect">
              <a:avLst/>
            </a:prstGeom>
            <a:gradFill>
              <a:gsLst>
                <a:gs pos="0">
                  <a:schemeClr val="accent3">
                    <a:tint val="50000"/>
                    <a:satMod val="300000"/>
                  </a:schemeClr>
                </a:gs>
                <a:gs pos="35000">
                  <a:schemeClr val="accent3">
                    <a:tint val="37000"/>
                    <a:satMod val="300000"/>
                  </a:schemeClr>
                </a:gs>
                <a:gs pos="100000">
                  <a:schemeClr val="accent3">
                    <a:tint val="15000"/>
                    <a:satMod val="350000"/>
                  </a:schemeClr>
                </a:gs>
              </a:gsLst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400" dirty="0" smtClean="0"/>
                <a:t>Play</a:t>
              </a:r>
            </a:p>
            <a:p>
              <a:pPr algn="ctr"/>
              <a:r>
                <a:rPr lang="en-US" sz="2400" dirty="0" smtClean="0"/>
                <a:t>Pause 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-1197426" y="65286"/>
              <a:ext cx="1113970" cy="83099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400" dirty="0" err="1" smtClean="0"/>
                <a:t>Next+L</a:t>
              </a:r>
              <a:endParaRPr lang="en-US" sz="2400" dirty="0" smtClean="0"/>
            </a:p>
            <a:p>
              <a:pPr algn="ctr"/>
              <a:r>
                <a:rPr lang="en-US" sz="2400" i="1" dirty="0" smtClean="0"/>
                <a:t>(</a:t>
              </a:r>
              <a:r>
                <a:rPr lang="en-US" sz="2400" i="1" dirty="0" err="1" smtClean="0"/>
                <a:t>Prev</a:t>
              </a:r>
              <a:r>
                <a:rPr lang="en-US" sz="2400" i="1" dirty="0" smtClean="0"/>
                <a:t>)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173564" y="2960884"/>
              <a:ext cx="870778" cy="83099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400" dirty="0" smtClean="0"/>
                <a:t>Seek</a:t>
              </a:r>
            </a:p>
            <a:p>
              <a:pPr algn="ctr"/>
              <a:r>
                <a:rPr lang="en-US" sz="2400" dirty="0" smtClean="0"/>
                <a:t>-&gt;</a:t>
              </a:r>
              <a:endParaRPr lang="en-US" sz="2400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600621" y="2941416"/>
              <a:ext cx="870778" cy="83099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400" dirty="0" smtClean="0"/>
                <a:t>Seek</a:t>
              </a:r>
            </a:p>
            <a:p>
              <a:pPr algn="ctr"/>
              <a:r>
                <a:rPr lang="en-US" sz="2400" dirty="0" smtClean="0"/>
                <a:t>|</a:t>
              </a:r>
              <a:endParaRPr lang="en-US" sz="2400" dirty="0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-1234203" y="-2264510"/>
            <a:ext cx="627633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Note: bindings marked in parentheses are used with the shift key</a:t>
            </a:r>
          </a:p>
          <a:p>
            <a:r>
              <a:rPr lang="en-US" dirty="0" smtClean="0"/>
              <a:t>Best parameters:</a:t>
            </a:r>
          </a:p>
          <a:p>
            <a:r>
              <a:rPr lang="en-US" dirty="0"/>
              <a:t> </a:t>
            </a:r>
            <a:r>
              <a:rPr lang="en-US" dirty="0" smtClean="0"/>
              <a:t>- mix cue 0%</a:t>
            </a:r>
          </a:p>
          <a:p>
            <a:r>
              <a:rPr lang="en-US" dirty="0"/>
              <a:t> </a:t>
            </a:r>
            <a:r>
              <a:rPr lang="en-US" dirty="0" smtClean="0"/>
              <a:t>- cue </a:t>
            </a:r>
            <a:r>
              <a:rPr lang="en-US" dirty="0" err="1" smtClean="0"/>
              <a:t>vol</a:t>
            </a:r>
            <a:r>
              <a:rPr lang="en-US" dirty="0" smtClean="0"/>
              <a:t> up</a:t>
            </a:r>
          </a:p>
          <a:p>
            <a:r>
              <a:rPr lang="en-US" dirty="0"/>
              <a:t> </a:t>
            </a:r>
            <a:r>
              <a:rPr lang="en-US" dirty="0" smtClean="0"/>
              <a:t>- gain –</a:t>
            </a:r>
          </a:p>
          <a:p>
            <a:r>
              <a:rPr lang="en-US" dirty="0"/>
              <a:t> </a:t>
            </a:r>
            <a:r>
              <a:rPr lang="en-US" dirty="0" smtClean="0"/>
              <a:t>- tick ON</a:t>
            </a:r>
          </a:p>
          <a:p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38089" y="225008"/>
            <a:ext cx="37643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smtClean="0"/>
              <a:t>BEATGRID HELPER: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051765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Pedro\Desktop\Z_DRIVE_Pedro\2 Music - Controllers\0_TSI_Traktor\z_other mappings made by pedro\1 DJ Sets Preparation\keyboard template 2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6" t="31096" r="3277" b="5793"/>
          <a:stretch/>
        </p:blipFill>
        <p:spPr bwMode="auto">
          <a:xfrm>
            <a:off x="381000" y="190500"/>
            <a:ext cx="18579180" cy="624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9138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Pedro\Desktop\Z_DRIVE_Pedro\2 Music - Controllers\0_TSI_Traktor\z_other mappings made by pedro\1 DJ Sets Preparation\keyboard template 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38200" y="-762000"/>
            <a:ext cx="17515900" cy="6897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8178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582</TotalTime>
  <Words>104</Words>
  <Application>Microsoft Office PowerPoint</Application>
  <PresentationFormat>On-screen Show (4:3)</PresentationFormat>
  <Paragraphs>50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Pedro Estrela</cp:lastModifiedBy>
  <cp:revision>26</cp:revision>
  <dcterms:created xsi:type="dcterms:W3CDTF">2006-08-16T00:00:00Z</dcterms:created>
  <dcterms:modified xsi:type="dcterms:W3CDTF">2020-07-30T18:45:35Z</dcterms:modified>
</cp:coreProperties>
</file>