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79" autoAdjust="0"/>
    <p:restoredTop sz="94316" autoAdjust="0"/>
  </p:normalViewPr>
  <p:slideViewPr>
    <p:cSldViewPr>
      <p:cViewPr>
        <p:scale>
          <a:sx n="75" d="100"/>
          <a:sy n="75" d="100"/>
        </p:scale>
        <p:origin x="-1236" y="-9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-733389" y="-1981200"/>
            <a:ext cx="662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Note: bindings marked in parentheses are used with the shift key.</a:t>
            </a:r>
            <a:br>
              <a:rPr lang="en-US" sz="1600" dirty="0" smtClean="0"/>
            </a:br>
            <a:r>
              <a:rPr lang="en-US" sz="1600" dirty="0" smtClean="0"/>
              <a:t>These are faster versions of the commands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-2286000" y="-1123055"/>
            <a:ext cx="12205881" cy="9253143"/>
            <a:chOff x="9637673" y="-838201"/>
            <a:chExt cx="12205881" cy="9253143"/>
          </a:xfrm>
        </p:grpSpPr>
        <p:grpSp>
          <p:nvGrpSpPr>
            <p:cNvPr id="2" name="Group 1"/>
            <p:cNvGrpSpPr/>
            <p:nvPr/>
          </p:nvGrpSpPr>
          <p:grpSpPr>
            <a:xfrm>
              <a:off x="10474710" y="-68083"/>
              <a:ext cx="11368844" cy="8483025"/>
              <a:chOff x="-916744" y="-1396425"/>
              <a:chExt cx="11368844" cy="8483025"/>
            </a:xfrm>
          </p:grpSpPr>
          <p:pic>
            <p:nvPicPr>
              <p:cNvPr id="1026" name="Picture 2" descr="C:\Users\Pedro\Desktop\Z_DRIVE_Pedro\2 Music - Controllers\0_TSI_Traktor\z_other mappings made by pedro\1 DJ Sets Preparation\keyboard template 1.pn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27" t="-640" r="46685" b="-434"/>
              <a:stretch/>
            </p:blipFill>
            <p:spPr bwMode="auto">
              <a:xfrm>
                <a:off x="-916744" y="-1396425"/>
                <a:ext cx="11368844" cy="84830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1493464" y="1374509"/>
                <a:ext cx="1087847" cy="101566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Play A</a:t>
                </a:r>
              </a:p>
              <a:p>
                <a:pPr algn="ctr"/>
                <a:r>
                  <a:rPr lang="en-US" sz="2000" dirty="0" smtClean="0"/>
                  <a:t>(Front A</a:t>
                </a:r>
              </a:p>
              <a:p>
                <a:pPr algn="ctr"/>
                <a:r>
                  <a:rPr lang="en-US" sz="2000" i="1" dirty="0"/>
                  <a:t>[</a:t>
                </a:r>
                <a:r>
                  <a:rPr lang="en-US" sz="2000" i="1" dirty="0" smtClean="0"/>
                  <a:t>Cue A]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819424" y="1430134"/>
                <a:ext cx="1165941" cy="101566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JP A &lt;-</a:t>
                </a:r>
              </a:p>
              <a:p>
                <a:pPr algn="ctr"/>
                <a:r>
                  <a:rPr lang="en-US" sz="2000" i="1" dirty="0" smtClean="0"/>
                  <a:t>(JP A &lt;&lt;-)</a:t>
                </a:r>
              </a:p>
              <a:p>
                <a:pPr algn="ctr"/>
                <a:r>
                  <a:rPr lang="en-US" sz="2000" i="1" dirty="0"/>
                  <a:t>[</a:t>
                </a:r>
                <a:r>
                  <a:rPr lang="en-US" sz="2000" i="1" dirty="0" err="1" smtClean="0"/>
                  <a:t>LFine</a:t>
                </a:r>
                <a:r>
                  <a:rPr lang="en-US" sz="2000" i="1" dirty="0" smtClean="0"/>
                  <a:t> &lt;]</a:t>
                </a:r>
                <a:endParaRPr lang="en-US" sz="2000" i="1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4261369" y="1430133"/>
                <a:ext cx="1225056" cy="1015663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JP A -&gt;</a:t>
                </a:r>
              </a:p>
              <a:p>
                <a:pPr algn="ctr"/>
                <a:r>
                  <a:rPr lang="en-US" sz="2000" i="1" dirty="0" smtClean="0"/>
                  <a:t>(JP A </a:t>
                </a:r>
                <a:r>
                  <a:rPr lang="en-US" sz="2000" i="1" dirty="0"/>
                  <a:t>-&gt;&gt;)</a:t>
                </a:r>
                <a:br>
                  <a:rPr lang="en-US" sz="2000" i="1" dirty="0"/>
                </a:br>
                <a:r>
                  <a:rPr lang="en-US" sz="2000" i="1" dirty="0" smtClean="0"/>
                  <a:t>[</a:t>
                </a:r>
                <a:r>
                  <a:rPr lang="en-US" sz="2000" i="1" dirty="0" err="1" smtClean="0"/>
                  <a:t>LFine</a:t>
                </a:r>
                <a:r>
                  <a:rPr lang="en-US" sz="2000" i="1" dirty="0" smtClean="0"/>
                  <a:t> &gt;]</a:t>
                </a:r>
                <a:endParaRPr lang="en-US" sz="2000" i="1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750256" y="2878801"/>
                <a:ext cx="1019639" cy="101566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Play B</a:t>
                </a:r>
              </a:p>
              <a:p>
                <a:pPr algn="ctr"/>
                <a:r>
                  <a:rPr lang="en-US" sz="2000" dirty="0" smtClean="0"/>
                  <a:t>(</a:t>
                </a:r>
                <a:r>
                  <a:rPr lang="en-US" sz="2000" dirty="0" err="1" smtClean="0"/>
                  <a:t>FrontB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i="1" dirty="0" smtClean="0"/>
                  <a:t>[Cue B]</a:t>
                </a:r>
                <a:endParaRPr lang="en-US" sz="2000" i="1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195231" y="2846338"/>
                <a:ext cx="1219175" cy="101566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JP A &lt;-</a:t>
                </a:r>
              </a:p>
              <a:p>
                <a:pPr algn="ctr"/>
                <a:r>
                  <a:rPr lang="en-US" sz="2000" i="1" dirty="0" smtClean="0"/>
                  <a:t>(JP A &lt;&lt;-)</a:t>
                </a:r>
                <a:br>
                  <a:rPr lang="en-US" sz="2000" i="1" dirty="0" smtClean="0"/>
                </a:br>
                <a:r>
                  <a:rPr lang="en-US" sz="2000" i="1" dirty="0" smtClean="0"/>
                  <a:t>[</a:t>
                </a:r>
                <a:r>
                  <a:rPr lang="en-US" sz="2000" i="1" dirty="0" err="1" smtClean="0"/>
                  <a:t>Lfine</a:t>
                </a:r>
                <a:r>
                  <a:rPr lang="en-US" sz="2000" i="1" dirty="0" smtClean="0"/>
                  <a:t> &lt;]</a:t>
                </a:r>
                <a:endParaRPr lang="en-US" sz="2000" i="1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722974" y="2846337"/>
                <a:ext cx="1204725" cy="101566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JP B -&gt;</a:t>
                </a:r>
              </a:p>
              <a:p>
                <a:pPr algn="ctr"/>
                <a:r>
                  <a:rPr lang="en-US" sz="2000" i="1" dirty="0" smtClean="0"/>
                  <a:t>(JP B -&gt;&gt;)</a:t>
                </a:r>
              </a:p>
              <a:p>
                <a:pPr algn="ctr"/>
                <a:r>
                  <a:rPr lang="en-US" sz="2000" i="1" dirty="0"/>
                  <a:t>[</a:t>
                </a:r>
                <a:r>
                  <a:rPr lang="en-US" sz="2000" i="1" dirty="0" err="1" smtClean="0"/>
                  <a:t>Lfine</a:t>
                </a:r>
                <a:r>
                  <a:rPr lang="en-US" sz="2000" i="1" dirty="0" smtClean="0"/>
                  <a:t> &gt;]</a:t>
                </a:r>
                <a:endParaRPr lang="en-US" sz="2000" i="1" dirty="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2512256" y="4289866"/>
                <a:ext cx="1069168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P A+B</a:t>
                </a:r>
              </a:p>
              <a:p>
                <a:pPr algn="ctr"/>
                <a:r>
                  <a:rPr lang="en-US" sz="2000" i="1" dirty="0" smtClean="0"/>
                  <a:t>(C A+B)</a:t>
                </a:r>
                <a:endParaRPr lang="en-US" sz="2000" i="1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985364" y="4310187"/>
                <a:ext cx="1120059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Jump </a:t>
                </a:r>
                <a:r>
                  <a:rPr lang="en-US" sz="2000" i="1" dirty="0" smtClean="0"/>
                  <a:t>(A+B &lt;-)</a:t>
                </a:r>
                <a:endParaRPr lang="en-US" sz="2000" i="1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383776" y="4310186"/>
                <a:ext cx="1087847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Jump</a:t>
                </a:r>
              </a:p>
              <a:p>
                <a:pPr algn="ctr"/>
                <a:r>
                  <a:rPr lang="en-US" sz="2000" i="1" dirty="0" smtClean="0"/>
                  <a:t>(A+B -&gt;)</a:t>
                </a:r>
                <a:endParaRPr lang="en-US" sz="2000" i="1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27044" y="-27827"/>
                <a:ext cx="923212" cy="70788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CF ~`&lt;-</a:t>
                </a:r>
              </a:p>
              <a:p>
                <a:pPr algn="ctr"/>
                <a:r>
                  <a:rPr lang="en-US" sz="2000" i="1" dirty="0" smtClean="0"/>
                  <a:t>(CF &lt;&lt;)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260075" y="2653"/>
                <a:ext cx="923212" cy="70788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CF -&gt;</a:t>
                </a:r>
              </a:p>
              <a:p>
                <a:pPr algn="ctr"/>
                <a:r>
                  <a:rPr lang="en-US" sz="2000" i="1" dirty="0" smtClean="0"/>
                  <a:t>(CF|)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799762" y="-27827"/>
                <a:ext cx="923212" cy="70788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CF &lt;-</a:t>
                </a:r>
              </a:p>
              <a:p>
                <a:pPr algn="ctr"/>
                <a:r>
                  <a:rPr lang="en-US" sz="2000" i="1" dirty="0" smtClean="0"/>
                  <a:t>(CF &gt;&gt;)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-533376" y="1456992"/>
                <a:ext cx="1524000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Play A+B</a:t>
                </a:r>
              </a:p>
              <a:p>
                <a:pPr algn="ctr"/>
                <a:r>
                  <a:rPr lang="en-US" sz="2000" i="1" dirty="0" smtClean="0"/>
                  <a:t>(Pause A+B)</a:t>
                </a:r>
                <a:endParaRPr lang="en-US" sz="2000" i="1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791224" y="1456992"/>
                <a:ext cx="1225056" cy="646331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 smtClean="0"/>
              </a:p>
              <a:p>
                <a:pPr algn="ctr"/>
                <a:r>
                  <a:rPr lang="en-US" dirty="0" smtClean="0"/>
                  <a:t>(Del Cue A)</a:t>
                </a:r>
                <a:endParaRPr lang="en-US" i="1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172224" y="2878801"/>
                <a:ext cx="1204725" cy="70788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sz="2000" dirty="0" smtClean="0"/>
              </a:p>
              <a:p>
                <a:pPr algn="ctr"/>
                <a:r>
                  <a:rPr lang="en-US" sz="2000" dirty="0" smtClean="0"/>
                  <a:t>(Del Cue )</a:t>
                </a:r>
                <a:endParaRPr lang="en-US" sz="2000" i="1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-916744" y="-27827"/>
                <a:ext cx="1297768" cy="70788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Lock A+B</a:t>
                </a:r>
              </a:p>
              <a:p>
                <a:pPr algn="ctr"/>
                <a:r>
                  <a:rPr lang="en-US" sz="2000" i="1" dirty="0" smtClean="0"/>
                  <a:t>(</a:t>
                </a:r>
                <a:r>
                  <a:rPr lang="en-US" sz="2000" i="1" dirty="0" err="1" smtClean="0"/>
                  <a:t>UnL</a:t>
                </a:r>
                <a:r>
                  <a:rPr lang="en-US" sz="2000" i="1" dirty="0" smtClean="0"/>
                  <a:t> A+B)</a:t>
                </a:r>
                <a:endParaRPr lang="en-US" sz="2000" i="1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239000" y="1461411"/>
                <a:ext cx="1225056" cy="70788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Del BM A</a:t>
                </a:r>
              </a:p>
              <a:p>
                <a:pPr algn="ctr"/>
                <a:r>
                  <a:rPr lang="en-US" sz="2000" i="1" dirty="0" smtClean="0"/>
                  <a:t>()</a:t>
                </a:r>
                <a:endParaRPr lang="en-US" sz="2000" i="1" dirty="0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763000" y="1467289"/>
                <a:ext cx="1225056" cy="70788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Set BM A</a:t>
                </a:r>
              </a:p>
              <a:p>
                <a:pPr algn="ctr"/>
                <a:r>
                  <a:rPr lang="en-US" sz="2000" i="1" dirty="0" smtClean="0"/>
                  <a:t>()</a:t>
                </a:r>
                <a:endParaRPr lang="en-US" sz="2000" i="1" dirty="0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696200" y="2873045"/>
                <a:ext cx="1204725" cy="70788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Del BM B </a:t>
                </a:r>
                <a:r>
                  <a:rPr lang="en-US" sz="2000" i="1" dirty="0" smtClean="0"/>
                  <a:t>()</a:t>
                </a:r>
                <a:endParaRPr lang="en-US" sz="2000" i="1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9131300" y="2878801"/>
                <a:ext cx="1204725" cy="70788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Set BM B </a:t>
                </a:r>
                <a:r>
                  <a:rPr lang="en-US" sz="2000" i="1" dirty="0" smtClean="0"/>
                  <a:t>()</a:t>
                </a:r>
                <a:endParaRPr lang="en-US" sz="2000" i="1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827044" y="-1219200"/>
                <a:ext cx="923212" cy="5847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/>
                  <a:t>Zoom +</a:t>
                </a:r>
              </a:p>
              <a:p>
                <a:pPr algn="ctr"/>
                <a:r>
                  <a:rPr lang="en-US" sz="1600" i="1" dirty="0" smtClean="0"/>
                  <a:t>(zoom =)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272019" y="-1219200"/>
                <a:ext cx="923212" cy="33855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 smtClean="0"/>
                  <a:t>Zoom -</a:t>
                </a:r>
                <a:endParaRPr lang="en-US" sz="1600" i="1" dirty="0" smtClean="0"/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>
              <a:off x="9637673" y="-838201"/>
              <a:ext cx="70791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 smtClean="0"/>
                <a:t>TRANSITIONS ALIGNED BEATJUMPS: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5176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edro\Desktop\Z_DRIVE_Pedro\2 Music - Controllers\0_TSI_Traktor\z_other mappings made by pedro\1 DJ Sets Preparation\keyboard template 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6" t="31096" r="3277" b="5793"/>
          <a:stretch/>
        </p:blipFill>
        <p:spPr bwMode="auto">
          <a:xfrm>
            <a:off x="381000" y="190500"/>
            <a:ext cx="1857918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13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edro\Desktop\Z_DRIVE_Pedro\2 Music - Controllers\0_TSI_Traktor\z_other mappings made by pedro\1 DJ Sets Preparation\keyboard template 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43" y="32657"/>
            <a:ext cx="17515900" cy="689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17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1845</TotalTime>
  <Words>137</Words>
  <Application>Microsoft Office PowerPoint</Application>
  <PresentationFormat>On-screen Show (4:3)</PresentationFormat>
  <Paragraphs>45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Pedro Estrela</cp:lastModifiedBy>
  <cp:revision>28</cp:revision>
  <dcterms:created xsi:type="dcterms:W3CDTF">2006-08-16T00:00:00Z</dcterms:created>
  <dcterms:modified xsi:type="dcterms:W3CDTF">2020-06-24T01:44:41Z</dcterms:modified>
</cp:coreProperties>
</file>