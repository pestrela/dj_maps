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040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0875-E729-438F-AD64-DA10B3256A5A}" type="datetimeFigureOut">
              <a:rPr lang="pt-PT" smtClean="0"/>
              <a:t>26/09/2020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0528" y="-171400"/>
            <a:ext cx="9505056" cy="7200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:\Users\Pedro\Desktop\Z_DRIVE_Pedro\2 Music - Controllers\0_MAPS_Traktor\DJ Sets Preparation\Parallel 2D 4D layouts\source\GUI - Parallel 2 Deck and 4 Decks - option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" r="4255" b="1864"/>
          <a:stretch/>
        </p:blipFill>
        <p:spPr bwMode="auto">
          <a:xfrm>
            <a:off x="5580111" y="390524"/>
            <a:ext cx="1449339" cy="194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Pedro\Desktop\Z_DRIVE_Pedro\2 Music - Controllers\0_MAPS_Traktor\DJ Sets Preparation\Parallel 2D 4D layouts\source\GUI - Parallel 2 Deck and 4 Decks - 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689776"/>
            <a:ext cx="5101655" cy="382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195736" y="806185"/>
            <a:ext cx="30902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5x layouts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164" y="3356992"/>
            <a:ext cx="35751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A/B Parallel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6256" y="4869160"/>
            <a:ext cx="33329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C/D Classic</a:t>
            </a:r>
            <a:endParaRPr lang="en-US" sz="5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52851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do Office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Pedro Estrela</cp:lastModifiedBy>
  <cp:revision>2</cp:revision>
  <dcterms:modified xsi:type="dcterms:W3CDTF">2020-09-26T22:46:39Z</dcterms:modified>
</cp:coreProperties>
</file>