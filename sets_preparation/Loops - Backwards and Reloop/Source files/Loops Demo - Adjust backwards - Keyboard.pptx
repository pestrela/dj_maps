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27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30/11/2019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2498" y="222022"/>
            <a:ext cx="6359792" cy="5943282"/>
            <a:chOff x="222498" y="0"/>
            <a:chExt cx="6359792" cy="5943282"/>
          </a:xfrm>
        </p:grpSpPr>
        <p:pic>
          <p:nvPicPr>
            <p:cNvPr id="1027" name="Picture 3" descr="C:\Users\Pedro\Desktop\Z_DRIVE_Pedro\2 Music - Controllers\0_MAPS_Traktor\DJ Sets Preparation\Loops - Backwards and Reloop\IBM PC Keyboard.p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949" r="76276"/>
            <a:stretch/>
          </p:blipFill>
          <p:spPr bwMode="auto">
            <a:xfrm>
              <a:off x="222498" y="0"/>
              <a:ext cx="6359792" cy="594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173306" y="1256937"/>
              <a:ext cx="846288" cy="40011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Play </a:t>
              </a:r>
              <a:r>
                <a:rPr lang="en-US" sz="2000" dirty="0"/>
                <a:t>A</a:t>
              </a:r>
              <a:endParaRPr lang="en-US" sz="2000" dirty="0" smtClean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12256" y="2482641"/>
              <a:ext cx="985249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Loop-4</a:t>
              </a:r>
              <a:endParaRPr lang="en-US" sz="2000" i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07904" y="2478691"/>
              <a:ext cx="936103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Loop --</a:t>
              </a:r>
              <a:endParaRPr lang="en-US" sz="2000" i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91328" y="2478691"/>
              <a:ext cx="1004807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Loop ++</a:t>
              </a:r>
              <a:endParaRPr lang="en-US" sz="2000" i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79164" y="3578959"/>
              <a:ext cx="1069168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Back-4</a:t>
              </a:r>
              <a:endParaRPr lang="en-US" sz="2000" i="1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15765" y="3587860"/>
              <a:ext cx="951127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Back --</a:t>
              </a:r>
              <a:endParaRPr lang="en-US" sz="2000" i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36096" y="3587860"/>
              <a:ext cx="988424" cy="4001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Back ++</a:t>
              </a:r>
              <a:endParaRPr lang="en-US" sz="2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4114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9" t="2778" r="13859" b="2944"/>
          <a:stretch/>
        </p:blipFill>
        <p:spPr>
          <a:xfrm>
            <a:off x="323529" y="188640"/>
            <a:ext cx="3744415" cy="63040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41128" y="588750"/>
            <a:ext cx="79208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Search /</a:t>
            </a:r>
            <a:br>
              <a:rPr lang="en-US" sz="1000" dirty="0" smtClean="0"/>
            </a:br>
            <a:r>
              <a:rPr lang="en-US" sz="1000" i="1" dirty="0" smtClean="0"/>
              <a:t>Tempo</a:t>
            </a:r>
            <a:endParaRPr lang="en-US" sz="1000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1976996" y="1220489"/>
            <a:ext cx="437480" cy="2462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i="1" dirty="0" smtClean="0"/>
              <a:t>shift</a:t>
            </a:r>
            <a:endParaRPr lang="en-US" sz="1000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1403648" y="1466710"/>
            <a:ext cx="437480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 err="1" smtClean="0"/>
              <a:t>Fwd</a:t>
            </a:r>
            <a:r>
              <a:rPr lang="en-US" sz="1000" dirty="0" smtClean="0"/>
              <a:t> -- </a:t>
            </a:r>
            <a:br>
              <a:rPr lang="en-US" sz="1000" dirty="0" smtClean="0"/>
            </a:br>
            <a:r>
              <a:rPr lang="en-US" sz="1000" i="1" dirty="0" smtClean="0"/>
              <a:t>back --</a:t>
            </a:r>
            <a:endParaRPr lang="en-US" sz="1000" i="1" dirty="0"/>
          </a:p>
        </p:txBody>
      </p:sp>
      <p:sp>
        <p:nvSpPr>
          <p:cNvPr id="24" name="TextBox 23"/>
          <p:cNvSpPr txBox="1"/>
          <p:nvPr/>
        </p:nvSpPr>
        <p:spPr>
          <a:xfrm>
            <a:off x="2555776" y="1475897"/>
            <a:ext cx="437480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 err="1" smtClean="0"/>
              <a:t>Fwd</a:t>
            </a:r>
            <a:r>
              <a:rPr lang="en-US" sz="1000" dirty="0" smtClean="0"/>
              <a:t> ++ </a:t>
            </a:r>
            <a:br>
              <a:rPr lang="en-US" sz="1000" dirty="0" smtClean="0"/>
            </a:br>
            <a:r>
              <a:rPr lang="en-US" sz="1000" i="1" dirty="0" smtClean="0"/>
              <a:t>back ++</a:t>
            </a:r>
            <a:endParaRPr lang="en-US" sz="1000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1403648" y="2060848"/>
            <a:ext cx="437480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 smtClean="0"/>
              <a:t>Loop 4</a:t>
            </a:r>
          </a:p>
          <a:p>
            <a:pPr algn="ctr"/>
            <a:r>
              <a:rPr lang="en-US" sz="1000" i="1" dirty="0" smtClean="0"/>
              <a:t>Back 4</a:t>
            </a:r>
            <a:endParaRPr lang="en-US" sz="1000" i="1" dirty="0"/>
          </a:p>
        </p:txBody>
      </p:sp>
      <p:sp>
        <p:nvSpPr>
          <p:cNvPr id="45" name="TextBox 44"/>
          <p:cNvSpPr txBox="1"/>
          <p:nvPr/>
        </p:nvSpPr>
        <p:spPr>
          <a:xfrm>
            <a:off x="2555776" y="2060848"/>
            <a:ext cx="437480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 err="1" smtClean="0"/>
              <a:t>Reloop</a:t>
            </a:r>
            <a:r>
              <a:rPr lang="en-US" sz="1000" dirty="0" smtClean="0"/>
              <a:t>  </a:t>
            </a:r>
          </a:p>
          <a:p>
            <a:pPr algn="ctr"/>
            <a:endParaRPr lang="en-US" sz="1000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1403648" y="2636912"/>
            <a:ext cx="437480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 smtClean="0"/>
              <a:t>Play/</a:t>
            </a:r>
            <a:br>
              <a:rPr lang="en-US" sz="1000" dirty="0" smtClean="0"/>
            </a:br>
            <a:r>
              <a:rPr lang="en-US" sz="1000" dirty="0" smtClean="0"/>
              <a:t>pause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5203835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do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Pedro Estrela</cp:lastModifiedBy>
  <cp:revision>3</cp:revision>
  <dcterms:modified xsi:type="dcterms:W3CDTF">2019-11-30T18:44:08Z</dcterms:modified>
</cp:coreProperties>
</file>