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040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 smtClean="0"/>
              <a:t>Faça clique para editar o estilo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22/05/2020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22/05/2020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22/05/2020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22/05/2020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22/05/2020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22/05/2020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22/05/2020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22/05/2020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22/05/2020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22/05/2020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22/05/2020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70875-E729-438F-AD64-DA10B3256A5A}" type="datetimeFigureOut">
              <a:rPr lang="pt-PT" smtClean="0"/>
              <a:t>22/05/2020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302787" y="269577"/>
            <a:ext cx="5981700" cy="3438526"/>
            <a:chOff x="352426" y="1438275"/>
            <a:chExt cx="5981700" cy="3438526"/>
          </a:xfrm>
        </p:grpSpPr>
        <p:pic>
          <p:nvPicPr>
            <p:cNvPr id="1027" name="Picture 3" descr="C:\Users\Pedro\Desktop\Z_DRIVE_Pedro\2 Music - Controllers\0_MAPS_Traktor\DJ Sets Preparation\Loops - Backwards and Reloop\IBM PC Keyboard.pn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7" t="43489" r="77250" b="15404"/>
            <a:stretch/>
          </p:blipFill>
          <p:spPr bwMode="auto">
            <a:xfrm>
              <a:off x="352426" y="1438275"/>
              <a:ext cx="5981700" cy="34385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2173306" y="1556792"/>
              <a:ext cx="951127" cy="276999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List Up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79164" y="3800981"/>
              <a:ext cx="1069168" cy="553998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Preview</a:t>
              </a:r>
              <a:br>
                <a:rPr lang="en-US" dirty="0"/>
              </a:br>
              <a:r>
                <a:rPr lang="en-US" dirty="0"/>
                <a:t>(hold)</a:t>
              </a:r>
              <a:endParaRPr lang="en-US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173306" y="1988840"/>
              <a:ext cx="951127" cy="27699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Seek --</a:t>
              </a:r>
              <a:endParaRPr 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93637" y="1988840"/>
              <a:ext cx="988424" cy="27699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Seek ++</a:t>
              </a:r>
              <a:endParaRPr lang="en-US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93637" y="1541814"/>
              <a:ext cx="988424" cy="276999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List Down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83568" y="4246285"/>
            <a:ext cx="5460391" cy="2217858"/>
            <a:chOff x="3156663" y="708220"/>
            <a:chExt cx="4382458" cy="1780032"/>
          </a:xfrm>
        </p:grpSpPr>
        <p:pic>
          <p:nvPicPr>
            <p:cNvPr id="22" name="Picture 4" descr="C:\Users\Pedro\Desktop\Z_DRIVE_Pedro\2 Music\1 Controllers\0_TSI_Traktor\ddj-sz\2 Working\v6.3.0 - DDJ-1000 TP3 - Initial release\Support files\DDJ-1000 - Deck.jp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449" t="803" r="2241" b="85260"/>
            <a:stretch/>
          </p:blipFill>
          <p:spPr bwMode="auto">
            <a:xfrm>
              <a:off x="3156663" y="708220"/>
              <a:ext cx="1537814" cy="17800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Line Callout 1 (Accent Bar) 22"/>
            <p:cNvSpPr/>
            <p:nvPr/>
          </p:nvSpPr>
          <p:spPr>
            <a:xfrm>
              <a:off x="4916177" y="1598235"/>
              <a:ext cx="2622944" cy="358900"/>
            </a:xfrm>
            <a:prstGeom prst="accentCallout1">
              <a:avLst>
                <a:gd name="adj1" fmla="val 55024"/>
                <a:gd name="adj2" fmla="val -4202"/>
                <a:gd name="adj3" fmla="val 155087"/>
                <a:gd name="adj4" fmla="val -48429"/>
              </a:avLst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sz="1200" dirty="0" smtClean="0">
                  <a:solidFill>
                    <a:schemeClr val="tx1"/>
                  </a:solidFill>
                </a:rPr>
                <a:t>Load/Unload  </a:t>
              </a:r>
              <a:r>
                <a:rPr lang="en-US" sz="1200" dirty="0">
                  <a:solidFill>
                    <a:schemeClr val="tx1"/>
                  </a:solidFill>
                </a:rPr>
                <a:t>Preview player</a:t>
              </a:r>
            </a:p>
          </p:txBody>
        </p:sp>
        <p:sp>
          <p:nvSpPr>
            <p:cNvPr id="24" name="Line Callout 1 (Accent Bar) 23"/>
            <p:cNvSpPr/>
            <p:nvPr/>
          </p:nvSpPr>
          <p:spPr>
            <a:xfrm>
              <a:off x="4916180" y="860292"/>
              <a:ext cx="2622941" cy="361715"/>
            </a:xfrm>
            <a:prstGeom prst="accentCallout1">
              <a:avLst>
                <a:gd name="adj1" fmla="val 70796"/>
                <a:gd name="adj2" fmla="val -4202"/>
                <a:gd name="adj3" fmla="val 122215"/>
                <a:gd name="adj4" fmla="val -25971"/>
              </a:avLst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Turn: </a:t>
              </a:r>
              <a:r>
                <a:rPr lang="en-US" sz="1200" dirty="0" smtClean="0">
                  <a:solidFill>
                    <a:schemeClr val="tx1"/>
                  </a:solidFill>
                </a:rPr>
                <a:t>Browser</a:t>
              </a:r>
              <a:br>
                <a:rPr lang="en-US" sz="1200" dirty="0" smtClean="0">
                  <a:solidFill>
                    <a:schemeClr val="tx1"/>
                  </a:solidFill>
                </a:rPr>
              </a:br>
              <a:r>
                <a:rPr lang="en-US" sz="1200" dirty="0" smtClean="0">
                  <a:solidFill>
                    <a:schemeClr val="tx1"/>
                  </a:solidFill>
                </a:rPr>
                <a:t>(while holding: seek </a:t>
              </a:r>
              <a:r>
                <a:rPr lang="en-US" sz="1200" dirty="0" smtClean="0">
                  <a:solidFill>
                    <a:schemeClr val="tx1"/>
                  </a:solidFill>
                </a:rPr>
                <a:t>Preview </a:t>
              </a:r>
              <a:r>
                <a:rPr lang="en-US" sz="1200" dirty="0" smtClean="0">
                  <a:solidFill>
                    <a:schemeClr val="tx1"/>
                  </a:solidFill>
                </a:rPr>
                <a:t>player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11441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</Words>
  <Application>Microsoft Office PowerPoint</Application>
  <PresentationFormat>On-screen Show (4:3)</PresentationFormat>
  <Paragraphs>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Tema do Office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Pedro Estrela</cp:lastModifiedBy>
  <cp:revision>5</cp:revision>
  <dcterms:modified xsi:type="dcterms:W3CDTF">2020-05-22T15:39:22Z</dcterms:modified>
</cp:coreProperties>
</file>